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5" Type="http://schemas.microsoft.com/office/2020/02/relationships/classificationlabels" Target="docMetadata/LabelInfo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1" r:id="rId1"/>
  </p:sldMasterIdLst>
  <p:notesMasterIdLst>
    <p:notesMasterId r:id="rId10"/>
  </p:notesMasterIdLst>
  <p:handoutMasterIdLst>
    <p:handoutMasterId r:id="rId11"/>
  </p:handoutMasterIdLst>
  <p:sldIdLst/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orient="horz" pos="912" userDrawn="1">
          <p15:clr>
            <a:srgbClr val="A4A3A4"/>
          </p15:clr>
        </p15:guide>
        <p15:guide id="3" orient="horz" pos="3360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1392" userDrawn="1">
          <p15:clr>
            <a:srgbClr val="A4A3A4"/>
          </p15:clr>
        </p15:guide>
        <p15:guide id="6" orient="horz" pos="1344" userDrawn="1">
          <p15:clr>
            <a:srgbClr val="A4A3A4"/>
          </p15:clr>
        </p15:guide>
        <p15:guide id="7" orient="horz" pos="1440" userDrawn="1">
          <p15:clr>
            <a:srgbClr val="A4A3A4"/>
          </p15:clr>
        </p15:guide>
        <p15:guide id="8" orient="horz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143C82"/>
    <a:srgbClr val="CC0000"/>
    <a:srgbClr val="DDDDDD"/>
    <a:srgbClr val="C0C0C0"/>
    <a:srgbClr val="CCCC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588" autoAdjust="0"/>
    <p:restoredTop sz="94634" autoAdjust="0"/>
  </p:normalViewPr>
  <p:slideViewPr>
    <p:cSldViewPr showGuides="1">
      <p:cViewPr varScale="1">
        <p:scale>
          <a:sx n="72" d="100"/>
          <a:sy n="72" d="100"/>
        </p:scale>
        <p:origin x="540" y="72"/>
      </p:cViewPr>
      <p:guideLst>
        <p:guide orient="horz" pos="2208"/>
        <p:guide orient="horz" pos="912"/>
        <p:guide orient="horz" pos="3360"/>
        <p:guide pos="3840"/>
        <p:guide orient="horz" pos="1392"/>
        <p:guide orient="horz" pos="1344"/>
        <p:guide orient="horz" pos="1440"/>
        <p:guide orient="horz"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13" Type="http://schemas.openxmlformats.org/officeDocument/2006/relationships/viewProps" Target="viewProps.xml"/>
<Relationship Id="rId1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11" Type="http://schemas.openxmlformats.org/officeDocument/2006/relationships/handoutMaster" Target="handoutMasters/handoutMaster1.xml"/>
<Relationship Id="rId15" Type="http://schemas.openxmlformats.org/officeDocument/2006/relationships/tableStyles" Target="tableStyles.xml"/>
<Relationship Id="rId10" Type="http://schemas.openxmlformats.org/officeDocument/2006/relationships/notesMaster" Target="notesMasters/notesMaster1.xml"/>
<Relationship Id="rId14" Type="http://schemas.openxmlformats.org/officeDocument/2006/relationships/theme" Target="theme/theme1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7E83F1E-DC89-462E-BA79-89A77034CE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440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DB9D90-18B0-4CF8-86DE-169EA001EB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188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871B-CFCB-B628-812C-3D006E3C5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A4B98-E8DA-4910-BAF7-A5870AAA6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4E9E6-AA07-444C-6A49-A5A7211D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4EA1814-8A2B-4957-BA3C-5683B76AF52A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A3844-10CC-AD7A-5B1E-D9748AF32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B1029-2428-4E9E-DCD2-1558F23E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8EA16161-6B90-4059-9A28-7E3D2E276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17B2-F21E-60EB-44DA-6CBD8812AE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200" y="2857500"/>
            <a:ext cx="11785600" cy="114300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dirty="0"/>
              <a:t>Click to edit Master spacer</a:t>
            </a:r>
          </a:p>
        </p:txBody>
      </p:sp>
    </p:spTree>
    <p:extLst>
      <p:ext uri="{BB962C8B-B14F-4D97-AF65-F5344CB8AC3E}">
        <p14:creationId xmlns:p14="http://schemas.microsoft.com/office/powerpoint/2010/main" val="254480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328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defRPr>
                <a:solidFill>
                  <a:srgbClr val="0070C0"/>
                </a:solidFill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Click to edit Master text styles that spill onto the next line</a:t>
            </a:r>
          </a:p>
          <a:p>
            <a:pPr lvl="1"/>
            <a:r>
              <a:rPr lang="en-US" dirty="0"/>
              <a:t>Second level </a:t>
            </a:r>
            <a:r>
              <a:rPr lang="en-US"/>
              <a:t>that also correctly </a:t>
            </a:r>
            <a:r>
              <a:rPr lang="en-US" dirty="0"/>
              <a:t>spills onto the next line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7499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5080000" cy="5105400"/>
          </a:xfrm>
        </p:spPr>
        <p:txBody>
          <a:bodyPr/>
          <a:lstStyle>
            <a:lvl1pPr marL="0" indent="0">
              <a:defRPr sz="3200">
                <a:solidFill>
                  <a:srgbClr val="0070C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080000" cy="5105400"/>
          </a:xfrm>
        </p:spPr>
        <p:txBody>
          <a:bodyPr/>
          <a:lstStyle>
            <a:lvl1pPr marL="0" indent="0">
              <a:defRPr sz="3200">
                <a:solidFill>
                  <a:srgbClr val="0070C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5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9B92-B8FB-EE92-E645-3C6885531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78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749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76200"/>
            <a:ext cx="11785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10363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4" r:id="rId1"/>
    <p:sldLayoutId id="2147484326" r:id="rId2"/>
    <p:sldLayoutId id="2147484302" r:id="rId3"/>
    <p:sldLayoutId id="2147484303" r:id="rId4"/>
    <p:sldLayoutId id="2147484305" r:id="rId5"/>
    <p:sldLayoutId id="2147484309" r:id="rId6"/>
    <p:sldLayoutId id="2147484308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143C82"/>
          </a:solidFill>
          <a:effectLst/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600" b="1">
          <a:solidFill>
            <a:srgbClr val="143C8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576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Yahoo_template">
  <a:themeElements>
    <a:clrScheme name="Yahoo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Yahoo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Yahoo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ahoo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f7ff65a-ced6-400c-9856-fcac58ff39e8}" enabled="0" method="" siteId="{cf7ff65a-ced6-400c-9856-fcac58ff39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19082</TotalTime>
  <Words>166</Words>
  <Application>Microsoft Office PowerPoint</Application>
  <PresentationFormat>Widescreen</PresentationFormat>
  <Paragraphs>27</Paragraphs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Arial</vt:lpstr>
      <vt:lpstr>Times New Roman</vt:lpstr>
      <vt:lpstr>Yahoo_template</vt:lpstr>
    </vt:vector>
  </TitlesOfParts>
  <Company>Cleveland Clinic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Making Great Presentations</dc:title>
  <dc:creator>BLACKSE</dc:creator>
  <cp:lastModifiedBy>ehrlinj</cp:lastModifiedBy>
  <cp:revision>83</cp:revision>
  <dcterms:created xsi:type="dcterms:W3CDTF">2008-07-10T23:16:59Z</dcterms:created>
  <dcterms:modified xsi:type="dcterms:W3CDTF">2026-09-28T10:25:59Z</dcterms:modified>
</cp:coreProperties>
</file>