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Default Extension="gif" ContentType="image/gif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6" Type="http://schemas.microsoft.com/office/2020/02/relationships/classificationlabels" Target="docMetadata/LabelInfo.xml"/>
<Relationship Id="rId5" Type="http://schemas.openxmlformats.org/officeDocument/2006/relationships/custom-properties" Target="docProps/custom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21" r:id="rId4"/>
  </p:sldMasterIdLst>
  <p:notesMasterIdLst>
    <p:notesMasterId r:id="rId20"/>
  </p:notesMasterIdLst>
  <p:handoutMasterIdLst>
    <p:handoutMasterId r:id="rId21"/>
  </p:handoutMasterIdLst>
  <p:sldIdLst/>
  <p:sldSz cx="12192000" cy="6858000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08" userDrawn="1">
          <p15:clr>
            <a:srgbClr val="A4A3A4"/>
          </p15:clr>
        </p15:guide>
        <p15:guide id="2" orient="horz" pos="912" userDrawn="1">
          <p15:clr>
            <a:srgbClr val="A4A3A4"/>
          </p15:clr>
        </p15:guide>
        <p15:guide id="3" orient="horz" pos="3360" userDrawn="1">
          <p15:clr>
            <a:srgbClr val="A4A3A4"/>
          </p15:clr>
        </p15:guide>
        <p15:guide id="4" pos="3840" userDrawn="1">
          <p15:clr>
            <a:srgbClr val="A4A3A4"/>
          </p15:clr>
        </p15:guide>
        <p15:guide id="5" orient="horz" pos="1392" userDrawn="1">
          <p15:clr>
            <a:srgbClr val="A4A3A4"/>
          </p15:clr>
        </p15:guide>
        <p15:guide id="6" orient="horz" pos="1344" userDrawn="1">
          <p15:clr>
            <a:srgbClr val="A4A3A4"/>
          </p15:clr>
        </p15:guide>
        <p15:guide id="7" orient="horz" pos="1440" userDrawn="1">
          <p15:clr>
            <a:srgbClr val="A4A3A4"/>
          </p15:clr>
        </p15:guide>
        <p15:guide id="8" orient="horz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0000"/>
    <a:srgbClr val="143C82"/>
    <a:srgbClr val="DDDDDD"/>
    <a:srgbClr val="C0C0C0"/>
    <a:srgbClr val="CCCC00"/>
    <a:srgbClr val="FFFF99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CA627F3-DA7C-4386-A107-C3DAA35D7F46}" v="8" dt="2026-04-10T15:10:34.45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326" autoAdjust="0"/>
    <p:restoredTop sz="94652" autoAdjust="0"/>
  </p:normalViewPr>
  <p:slideViewPr>
    <p:cSldViewPr showGuides="1">
      <p:cViewPr varScale="1">
        <p:scale>
          <a:sx n="103" d="100"/>
          <a:sy n="103" d="100"/>
        </p:scale>
        <p:origin x="144" y="558"/>
      </p:cViewPr>
      <p:guideLst>
        <p:guide orient="horz" pos="2208"/>
        <p:guide orient="horz" pos="912"/>
        <p:guide orient="horz" pos="3360"/>
        <p:guide pos="3840"/>
        <p:guide orient="horz" pos="1392"/>
        <p:guide orient="horz" pos="1344"/>
        <p:guide orient="horz" pos="1440"/>
        <p:guide orient="horz" pos="3840"/>
      </p:guideLst>
    </p:cSldViewPr>
  </p:slideViewPr>
  <p:outlineViewPr>
    <p:cViewPr>
      <p:scale>
        <a:sx n="33" d="100"/>
        <a:sy n="33" d="100"/>
      </p:scale>
      <p:origin x="0" y="-2952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

<Relationships  xmlns="http://schemas.openxmlformats.org/package/2006/relationships">
<Relationship Id="rId26" Type="http://schemas.microsoft.com/office/2015/10/relationships/revisionInfo" Target="revisionInfo.xml"/>
<Relationship Id="rId3" Type="http://schemas.openxmlformats.org/officeDocument/2006/relationships/customXml" Target="../customXml/item3.xml"/>
<Relationship Id="rId21" Type="http://schemas.openxmlformats.org/officeDocument/2006/relationships/handoutMaster" Target="handoutMasters/handoutMaster1.xml"/>
<Relationship Id="rId25" Type="http://schemas.openxmlformats.org/officeDocument/2006/relationships/tableStyles" Target="tableStyles.xml"/>
<Relationship Id="rId2" Type="http://schemas.openxmlformats.org/officeDocument/2006/relationships/customXml" Target="../customXml/item2.xml"/>
<Relationship Id="rId20" Type="http://schemas.openxmlformats.org/officeDocument/2006/relationships/notesMaster" Target="notesMasters/notesMaster1.xml"/>
<Relationship Id="rId1" Type="http://schemas.openxmlformats.org/officeDocument/2006/relationships/customXml" Target="../customXml/item1.xml"/>
<Relationship Id="rId24" Type="http://schemas.openxmlformats.org/officeDocument/2006/relationships/theme" Target="theme/theme1.xml"/>
<Relationship Id="rId23" Type="http://schemas.openxmlformats.org/officeDocument/2006/relationships/viewProps" Target="viewProps.xml"/>
<Relationship Id="rId4" Type="http://schemas.openxmlformats.org/officeDocument/2006/relationships/slideMaster" Target="slideMasters/slideMaster1.xml"/>
<Relationship Id="rId22" Type="http://schemas.openxmlformats.org/officeDocument/2006/relationships/presProps" Target="presProps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198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2198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2198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2198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imes New Roman" panose="02020603050405020304" pitchFamily="18" charset="0"/>
              </a:defRPr>
            </a:lvl1pPr>
          </a:lstStyle>
          <a:p>
            <a:fld id="{37E83F1E-DC89-462E-BA79-89A77034CE7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56440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957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741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741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98DB9D90-18B0-4CF8-86DE-169EA001EB1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60518873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946" name="Rectangle 2"/>
          <p:cNvSpPr>
            <a:spLocks noGrp="1" noChangeArrowheads="1"/>
          </p:cNvSpPr>
          <p:nvPr>
            <p:ph type="ctrTitle"/>
          </p:nvPr>
        </p:nvSpPr>
        <p:spPr>
          <a:xfrm>
            <a:off x="304800" y="647700"/>
            <a:ext cx="11582400" cy="1943100"/>
          </a:xfrm>
        </p:spPr>
        <p:txBody>
          <a:bodyPr/>
          <a:lstStyle>
            <a:lvl1pPr>
              <a:defRPr sz="5400"/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sp>
        <p:nvSpPr>
          <p:cNvPr id="850947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828800" y="2971800"/>
            <a:ext cx="8534400" cy="2667000"/>
          </a:xfrm>
        </p:spPr>
        <p:txBody>
          <a:bodyPr/>
          <a:lstStyle>
            <a:lvl1pPr algn="ctr">
              <a:defRPr sz="4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166328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0" indent="0">
              <a:defRPr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374999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4400" y="1447800"/>
            <a:ext cx="5080000" cy="51054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447800"/>
            <a:ext cx="5080000" cy="51054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6050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024023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667000"/>
            <a:ext cx="12192000" cy="11430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38536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047494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200" y="76200"/>
            <a:ext cx="117856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914400" y="1447800"/>
            <a:ext cx="10363200" cy="5105400"/>
          </a:xfrm>
        </p:spPr>
        <p:txBody>
          <a:bodyPr/>
          <a:lstStyle/>
          <a:p>
            <a:pPr lvl="0"/>
            <a:r>
              <a:rPr lang="en-US" noProof="0"/>
              <a:t>Click icon to add table</a:t>
            </a:r>
          </a:p>
        </p:txBody>
      </p:sp>
    </p:spTree>
    <p:extLst>
      <p:ext uri="{BB962C8B-B14F-4D97-AF65-F5344CB8AC3E}">
        <p14:creationId xmlns:p14="http://schemas.microsoft.com/office/powerpoint/2010/main" val="37021531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>
  <p:cSld name="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3200" y="76200"/>
            <a:ext cx="117856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hart Placeholder 2"/>
          <p:cNvSpPr>
            <a:spLocks noGrp="1"/>
          </p:cNvSpPr>
          <p:nvPr>
            <p:ph type="chart" idx="1"/>
          </p:nvPr>
        </p:nvSpPr>
        <p:spPr>
          <a:xfrm>
            <a:off x="914400" y="1447800"/>
            <a:ext cx="10363200" cy="5105400"/>
          </a:xfrm>
        </p:spPr>
        <p:txBody>
          <a:bodyPr/>
          <a:lstStyle/>
          <a:p>
            <a:pPr lvl="0"/>
            <a:r>
              <a:rPr lang="en-US" noProof="0"/>
              <a:t>Click icon to add chart</a:t>
            </a:r>
          </a:p>
        </p:txBody>
      </p:sp>
    </p:spTree>
    <p:extLst>
      <p:ext uri="{BB962C8B-B14F-4D97-AF65-F5344CB8AC3E}">
        <p14:creationId xmlns:p14="http://schemas.microsoft.com/office/powerpoint/2010/main" val="18662740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rotWithShape="0">
          <a:gsLst>
            <a:gs pos="0">
              <a:srgbClr val="091C3C"/>
            </a:gs>
            <a:gs pos="100000">
              <a:srgbClr val="143C8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2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03200" y="76200"/>
            <a:ext cx="1178560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914400" y="1447800"/>
            <a:ext cx="10363200" cy="5105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302" r:id="rId1"/>
    <p:sldLayoutId id="2147484303" r:id="rId2"/>
    <p:sldLayoutId id="2147484305" r:id="rId3"/>
    <p:sldLayoutId id="2147484307" r:id="rId4"/>
    <p:sldLayoutId id="2147484309" r:id="rId5"/>
    <p:sldLayoutId id="2147484308" r:id="rId6"/>
    <p:sldLayoutId id="2147484310" r:id="rId7"/>
    <p:sldLayoutId id="2147484311" r:id="rId8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800" b="1">
          <a:solidFill>
            <a:srgbClr val="FFFF00"/>
          </a:solidFill>
          <a:effectLst>
            <a:outerShdw blurRad="38100" dist="38100" dir="2700000" algn="tl">
              <a:srgbClr val="000000"/>
            </a:outerShdw>
          </a:effectLst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defRPr sz="3600" b="1">
          <a:solidFill>
            <a:srgbClr val="FFFF99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•"/>
        <a:defRPr sz="3200" b="1">
          <a:solidFill>
            <a:schemeClr val="bg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800" b="1">
          <a:solidFill>
            <a:schemeClr val="bg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b="1">
          <a:solidFill>
            <a:schemeClr val="bg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bg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–"/>
        <a:defRPr sz="2000">
          <a:solidFill>
            <a:schemeClr val="bg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–"/>
        <a:defRPr sz="2000">
          <a:solidFill>
            <a:schemeClr val="bg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–"/>
        <a:defRPr sz="2000">
          <a:solidFill>
            <a:schemeClr val="bg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–"/>
        <a:defRPr sz="2000">
          <a:solidFill>
            <a:schemeClr val="bg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name="Yahoo_template">
  <a:themeElements>
    <a:clrScheme name="Yahoo_template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Yahoo_temp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Yahoo_template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Yahoo_template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Yahoo_template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Yahoo_template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Yahoo_templat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Yahoo_templat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Yahoo_templat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257C9AA676C6D4F9955D058A3DEAB7D" ma:contentTypeVersion="4" ma:contentTypeDescription="Create a new document." ma:contentTypeScope="" ma:versionID="a7d3c64abb7d8f874e738ce039843625">
  <xsd:schema xmlns:xsd="http://www.w3.org/2001/XMLSchema" xmlns:xs="http://www.w3.org/2001/XMLSchema" xmlns:p="http://schemas.microsoft.com/office/2006/metadata/properties" xmlns:ns2="ee4fc995-f6d0-4bc8-8771-94b803449598" targetNamespace="http://schemas.microsoft.com/office/2006/metadata/properties" ma:root="true" ma:fieldsID="71c8a9e5b3745e4cc6bcbcaf208c951d" ns2:_="">
    <xsd:import namespace="ee4fc995-f6d0-4bc8-8771-94b80344959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TemplateDescrip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e4fc995-f6d0-4bc8-8771-94b80344959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TemplateDescription" ma:index="11" nillable="true" ma:displayName="Template Description" ma:description="What is this for." ma:format="Dropdown" ma:internalName="TemplateDescription">
      <xsd:simpleType>
        <xsd:restriction base="dms:Text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emplateDescription xmlns="ee4fc995-f6d0-4bc8-8771-94b803449598" xsi:nil="true"/>
  </documentManagement>
</p:properties>
</file>

<file path=customXml/itemProps1.xml><?xml version="1.0" encoding="utf-8"?>
<ds:datastoreItem xmlns:ds="http://schemas.openxmlformats.org/officeDocument/2006/customXml" ds:itemID="{195F3257-6B10-4E08-B224-E4DCB307649F}"/>
</file>

<file path=customXml/itemProps2.xml><?xml version="1.0" encoding="utf-8"?>
<ds:datastoreItem xmlns:ds="http://schemas.openxmlformats.org/officeDocument/2006/customXml" ds:itemID="{FB05E5CC-CC08-4966-95D3-6115C005AA7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C513C62-2817-40DE-A7AD-73AC16E60B37}">
  <ds:schemaRefs>
    <ds:schemaRef ds:uri="http://schemas.microsoft.com/office/2006/metadata/properties"/>
    <ds:schemaRef ds:uri="http://schemas.microsoft.com/office/infopath/2007/PartnerControls"/>
    <ds:schemaRef ds:uri="9a3394e1-d893-46c7-ba1f-3f2f5571878c"/>
    <ds:schemaRef ds:uri="dc094c55-e333-406d-a8a5-a982595fcb23"/>
  </ds:schemaRefs>
</ds:datastoreItem>
</file>

<file path=docMetadata/LabelInfo.xml><?xml version="1.0" encoding="utf-8"?>
<clbl:labelList xmlns:clbl="http://schemas.microsoft.com/office/2020/mipLabelMetadata">
  <clbl:label id="{cf7ff65a-ced6-400c-9856-fcac58ff39e8}" enabled="0" method="" siteId="{cf7ff65a-ced6-400c-9856-fcac58ff39e8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18904</TotalTime>
  <Words>499</Words>
  <Application>Microsoft Office PowerPoint</Application>
  <PresentationFormat>Widescreen</PresentationFormat>
  <Paragraphs>94</Paragraphs>
  <Slides>0</Slides>
  <Notes>0</Notes>
  <HiddenSlides>0</HiddenSlides>
  <MMClips>0</MMClips>
  <ScaleCrop>false</ScaleCrop>
  <HeadingPairs>
    <vt:vector size="4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</vt:vector>
  </HeadingPairs>
  <TitlesOfParts>
    <vt:vector size="3" baseType="lpstr">
      <vt:lpstr>Arial</vt:lpstr>
      <vt:lpstr>Times New Roman</vt:lpstr>
      <vt:lpstr>Yahoo_template</vt:lpstr>
    </vt:vector>
  </TitlesOfParts>
  <Company>Cleveland Clinic Foundation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Making Great Presentations</dc:title>
  <dc:creator>BLACKSE</dc:creator>
  <cp:lastModifiedBy>ehrlinj</cp:lastModifiedBy>
  <cp:revision>86</cp:revision>
  <dcterms:created xsi:type="dcterms:W3CDTF">2008-07-10T23:16:59Z</dcterms:created>
  <dcterms:modified xsi:type="dcterms:W3CDTF">2026-09-28T10:25:59Z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0x0101003257C9AA676C6D4F9955D058A3DEAB7D</vt:lpwstr>
  </property>
  <property fmtid="{D5CDD505-2E9C-101B-9397-08002B2CF9AE}" pid="3" name="MediaServiceImageTags">
    <vt:lpwstr/>
  </property>
</Properties>
</file>