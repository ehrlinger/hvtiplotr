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6" Type="http://schemas.microsoft.com/office/2020/02/relationships/classificationlabels" Target="docMetadata/LabelInfo.xml"/>
<Relationship Id="rId5" Type="http://schemas.openxmlformats.org/officeDocument/2006/relationships/custom-properties" Target="docProps/custom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4"/>
  </p:sldMasterIdLst>
  <p:notesMasterIdLst>
    <p:notesMasterId r:id="rId20"/>
  </p:notesMasterIdLst>
  <p:handoutMasterIdLst>
    <p:handoutMasterId r:id="rId21"/>
  </p:handoutMasterIdLst>
  <p:sldIdLst/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orient="horz" pos="912" userDrawn="1">
          <p15:clr>
            <a:srgbClr val="A4A3A4"/>
          </p15:clr>
        </p15:guide>
        <p15:guide id="3" orient="horz" pos="33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1392" userDrawn="1">
          <p15:clr>
            <a:srgbClr val="A4A3A4"/>
          </p15:clr>
        </p15:guide>
        <p15:guide id="6" orient="horz" pos="1344" userDrawn="1">
          <p15:clr>
            <a:srgbClr val="A4A3A4"/>
          </p15:clr>
        </p15:guide>
        <p15:guide id="7" orient="horz" pos="1440" userDrawn="1">
          <p15:clr>
            <a:srgbClr val="A4A3A4"/>
          </p15:clr>
        </p15:guide>
        <p15:guide id="8" orient="horz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143C82"/>
    <a:srgbClr val="DDDDDD"/>
    <a:srgbClr val="C0C0C0"/>
    <a:srgbClr val="CCCC00"/>
    <a:srgbClr val="FFFF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627F3-DA7C-4386-A107-C3DAA35D7F46}" v="8" dt="2026-04-10T15:10:34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26" autoAdjust="0"/>
    <p:restoredTop sz="94652" autoAdjust="0"/>
  </p:normalViewPr>
  <p:slideViewPr>
    <p:cSldViewPr showGuides="1">
      <p:cViewPr varScale="1">
        <p:scale>
          <a:sx n="103" d="100"/>
          <a:sy n="103" d="100"/>
        </p:scale>
        <p:origin x="144" y="558"/>
      </p:cViewPr>
      <p:guideLst>
        <p:guide orient="horz" pos="2208"/>
        <p:guide orient="horz" pos="912"/>
        <p:guide orient="horz" pos="3360"/>
        <p:guide pos="3840"/>
        <p:guide orient="horz" pos="1392"/>
        <p:guide orient="horz" pos="1344"/>
        <p:guide orient="horz" pos="1440"/>
        <p:guide orient="horz" pos="3840"/>
      </p:guideLst>
    </p:cSldViewPr>
  </p:slideViewPr>
  <p:outlineViewPr>
    <p:cViewPr>
      <p:scale>
        <a:sx n="33" d="100"/>
        <a:sy n="33" d="100"/>
      </p:scale>
      <p:origin x="0" y="-295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26" Type="http://schemas.microsoft.com/office/2015/10/relationships/revisionInfo" Target="revisionInfo.xml"/>
<Relationship Id="rId3" Type="http://schemas.openxmlformats.org/officeDocument/2006/relationships/customXml" Target="../customXml/item3.xml"/>
<Relationship Id="rId21" Type="http://schemas.openxmlformats.org/officeDocument/2006/relationships/handoutMaster" Target="handoutMasters/handoutMaster1.xml"/>
<Relationship Id="rId25" Type="http://schemas.openxmlformats.org/officeDocument/2006/relationships/tableStyles" Target="tableStyles.xml"/>
<Relationship Id="rId2" Type="http://schemas.openxmlformats.org/officeDocument/2006/relationships/customXml" Target="../customXml/item2.xml"/>
<Relationship Id="rId20" Type="http://schemas.openxmlformats.org/officeDocument/2006/relationships/notesMaster" Target="notesMasters/notesMaster1.xml"/>
<Relationship Id="rId1" Type="http://schemas.openxmlformats.org/officeDocument/2006/relationships/customXml" Target="../customXml/item1.xml"/>
<Relationship Id="rId24" Type="http://schemas.openxmlformats.org/officeDocument/2006/relationships/theme" Target="theme/theme1.xml"/>
<Relationship Id="rId23" Type="http://schemas.openxmlformats.org/officeDocument/2006/relationships/viewProps" Target="viewProps.xml"/>
<Relationship Id="rId4" Type="http://schemas.openxmlformats.org/officeDocument/2006/relationships/slideMaster" Target="slideMasters/slideMaster1.xml"/>
<Relationship Id="rId22" Type="http://schemas.openxmlformats.org/officeDocument/2006/relationships/presProps" Target="presProps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7E83F1E-DC89-462E-BA79-89A77034CE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440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DB9D90-18B0-4CF8-86DE-169EA001EB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1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647700"/>
            <a:ext cx="11582400" cy="19431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50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71800"/>
            <a:ext cx="8534400" cy="2667000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6632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499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508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08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5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24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67000"/>
            <a:ext cx="121920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53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74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78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447800"/>
            <a:ext cx="10363200" cy="5105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70215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78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1447800"/>
            <a:ext cx="10363200" cy="51054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86627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91C3C"/>
            </a:gs>
            <a:gs pos="100000">
              <a:srgbClr val="143C8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6200"/>
            <a:ext cx="11785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10363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5" r:id="rId3"/>
    <p:sldLayoutId id="2147484307" r:id="rId4"/>
    <p:sldLayoutId id="2147484309" r:id="rId5"/>
    <p:sldLayoutId id="2147484308" r:id="rId6"/>
    <p:sldLayoutId id="2147484310" r:id="rId7"/>
    <p:sldLayoutId id="2147484311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600" b="1">
          <a:solidFill>
            <a:srgbClr val="FFFF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Yahoo_template">
  <a:themeElements>
    <a:clrScheme name="Yahoo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Yahoo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Yahoo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hoo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57C9AA676C6D4F9955D058A3DEAB7D" ma:contentTypeVersion="4" ma:contentTypeDescription="Create a new document." ma:contentTypeScope="" ma:versionID="a7d3c64abb7d8f874e738ce039843625">
  <xsd:schema xmlns:xsd="http://www.w3.org/2001/XMLSchema" xmlns:xs="http://www.w3.org/2001/XMLSchema" xmlns:p="http://schemas.microsoft.com/office/2006/metadata/properties" xmlns:ns2="ee4fc995-f6d0-4bc8-8771-94b803449598" targetNamespace="http://schemas.microsoft.com/office/2006/metadata/properties" ma:root="true" ma:fieldsID="71c8a9e5b3745e4cc6bcbcaf208c951d" ns2:_="">
    <xsd:import namespace="ee4fc995-f6d0-4bc8-8771-94b803449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emplat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4fc995-f6d0-4bc8-8771-94b803449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emplateDescription" ma:index="11" nillable="true" ma:displayName="Template Description" ma:description="What is this for." ma:format="Dropdown" ma:internalName="TemplateDescription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Description xmlns="ee4fc995-f6d0-4bc8-8771-94b803449598" xsi:nil="true"/>
  </documentManagement>
</p:properties>
</file>

<file path=customXml/itemProps1.xml><?xml version="1.0" encoding="utf-8"?>
<ds:datastoreItem xmlns:ds="http://schemas.openxmlformats.org/officeDocument/2006/customXml" ds:itemID="{195F3257-6B10-4E08-B224-E4DCB307649F}"/>
</file>

<file path=customXml/itemProps2.xml><?xml version="1.0" encoding="utf-8"?>
<ds:datastoreItem xmlns:ds="http://schemas.openxmlformats.org/officeDocument/2006/customXml" ds:itemID="{FB05E5CC-CC08-4966-95D3-6115C005AA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13C62-2817-40DE-A7AD-73AC16E60B37}">
  <ds:schemaRefs>
    <ds:schemaRef ds:uri="http://schemas.microsoft.com/office/2006/metadata/properties"/>
    <ds:schemaRef ds:uri="http://schemas.microsoft.com/office/infopath/2007/PartnerControls"/>
    <ds:schemaRef ds:uri="9a3394e1-d893-46c7-ba1f-3f2f5571878c"/>
    <ds:schemaRef ds:uri="dc094c55-e333-406d-a8a5-a982595fcb23"/>
  </ds:schemaRefs>
</ds:datastoreItem>
</file>

<file path=docMetadata/LabelInfo.xml><?xml version="1.0" encoding="utf-8"?>
<clbl:labelList xmlns:clbl="http://schemas.microsoft.com/office/2020/mipLabelMetadata">
  <clbl:label id="{cf7ff65a-ced6-400c-9856-fcac58ff39e8}" enabled="0" method="" siteId="{cf7ff65a-ced6-400c-9856-fcac58ff39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18904</TotalTime>
  <Words>499</Words>
  <Application>Microsoft Office PowerPoint</Application>
  <PresentationFormat>Widescreen</PresentationFormat>
  <Paragraphs>94</Paragraphs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Arial</vt:lpstr>
      <vt:lpstr>Times New Roman</vt:lpstr>
      <vt:lpstr>Yahoo_template</vt:lpstr>
    </vt:vector>
  </TitlesOfParts>
  <Company>Cleveland Clinic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Making Great Presentations</dc:title>
  <dc:creator>BLACKSE</dc:creator>
  <cp:lastModifiedBy>ehrlinj</cp:lastModifiedBy>
  <cp:revision>86</cp:revision>
  <dcterms:created xsi:type="dcterms:W3CDTF">2008-07-10T23:16:59Z</dcterms:created>
  <dcterms:modified xsi:type="dcterms:W3CDTF">2026-09-28T10:25:59Z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0x0101003257C9AA676C6D4F9955D058A3DEAB7D</vt:lpwstr>
  </property>
  <property fmtid="{D5CDD505-2E9C-101B-9397-08002B2CF9AE}" pid="3" name="MediaServiceImageTags">
    <vt:lpwstr/>
  </property>
</Properties>
</file>