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39" autoAdjust="0"/>
    <p:restoredTop sz="94658" autoAdjust="0"/>
  </p:normalViewPr>
  <p:slideViewPr>
    <p:cSldViewPr snapToGrid="0" showGuides="1">
      <p:cViewPr varScale="1">
        <p:scale>
          <a:sx n="114" d="100"/>
          <a:sy n="114" d="100"/>
        </p:scale>
        <p:origin x="200" y="304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7008"/>
    </p:cViewPr>
  </p:sorterViewPr>
  <p:notesViewPr>
    <p:cSldViewPr snapToGrid="0" showGuides="1">
      <p:cViewPr varScale="1">
        <p:scale>
          <a:sx n="59" d="100"/>
          <a:sy n="59" d="100"/>
        </p:scale>
        <p:origin x="4356" y="9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3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5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5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5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091C3C"/>
            </a:gs>
            <a:gs pos="100000">
              <a:srgbClr val="143C8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55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hvtiPlotR</Application>
  <Slides>0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hvtiPlotR save_ppt test template</dc:title>
  <dc:creator>hvtiPlotR</dc:creator>
  <cp:lastModifiedBy>hvtiPlotR</cp:lastModifiedBy>
  <cp:revision>1</cp:revision>
</cp:coreProperties>
</file>