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5" Type="http://schemas.microsoft.com/office/2020/02/relationships/classificationlabels" Target="docMetadata/LabelInfo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1" r:id="rId1"/>
  </p:sldMasterIdLst>
  <p:notesMasterIdLst>
    <p:notesMasterId r:id="rId10"/>
  </p:notesMasterIdLst>
  <p:handoutMasterIdLst>
    <p:handoutMasterId r:id="rId11"/>
  </p:handoutMasterIdLst>
  <p:sldIdLst/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orient="horz" pos="912" userDrawn="1">
          <p15:clr>
            <a:srgbClr val="A4A3A4"/>
          </p15:clr>
        </p15:guide>
        <p15:guide id="3" orient="horz" pos="33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1392" userDrawn="1">
          <p15:clr>
            <a:srgbClr val="A4A3A4"/>
          </p15:clr>
        </p15:guide>
        <p15:guide id="6" orient="horz" pos="1344" userDrawn="1">
          <p15:clr>
            <a:srgbClr val="A4A3A4"/>
          </p15:clr>
        </p15:guide>
        <p15:guide id="7" orient="horz" pos="1440" userDrawn="1">
          <p15:clr>
            <a:srgbClr val="A4A3A4"/>
          </p15:clr>
        </p15:guide>
        <p15:guide id="8" orient="horz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143C82"/>
    <a:srgbClr val="CC0000"/>
    <a:srgbClr val="DDDDDD"/>
    <a:srgbClr val="C0C0C0"/>
    <a:srgbClr val="CCCC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588" autoAdjust="0"/>
    <p:restoredTop sz="94634" autoAdjust="0"/>
  </p:normalViewPr>
  <p:slideViewPr>
    <p:cSldViewPr showGuides="1">
      <p:cViewPr varScale="1">
        <p:scale>
          <a:sx n="72" d="100"/>
          <a:sy n="72" d="100"/>
        </p:scale>
        <p:origin x="540" y="72"/>
      </p:cViewPr>
      <p:guideLst>
        <p:guide orient="horz" pos="2208"/>
        <p:guide orient="horz" pos="912"/>
        <p:guide orient="horz" pos="3360"/>
        <p:guide pos="3840"/>
        <p:guide orient="horz" pos="1392"/>
        <p:guide orient="horz" pos="1344"/>
        <p:guide orient="horz" pos="1440"/>
        <p:guide orient="horz"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13" Type="http://schemas.openxmlformats.org/officeDocument/2006/relationships/viewProps" Target="viewProps.xml"/>
<Relationship Id="rId1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11" Type="http://schemas.openxmlformats.org/officeDocument/2006/relationships/handoutMaster" Target="handoutMasters/handoutMaster1.xml"/>
<Relationship Id="rId15" Type="http://schemas.openxmlformats.org/officeDocument/2006/relationships/tableStyles" Target="tableStyles.xml"/>
<Relationship Id="rId10" Type="http://schemas.openxmlformats.org/officeDocument/2006/relationships/notesMaster" Target="notesMasters/notesMaster1.xml"/>
<Relationship Id="rId14" Type="http://schemas.openxmlformats.org/officeDocument/2006/relationships/theme" Target="theme/theme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37E83F1E-DC89-462E-BA79-89A77034CE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56440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5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8DB9D90-18B0-4CF8-86DE-169EA001EB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51887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2" Type="http://schemas.openxmlformats.org/officeDocument/2006/relationships/slide" Target="../slides/slide3.xml"/>
<Relationship Id="rId1" Type="http://schemas.openxmlformats.org/officeDocument/2006/relationships/notesMaster" Target="../notesMasters/notesMaster1.xml"/>
</Relationships>

</file>

<file path=ppt/notesSlides/_rels/notesSlide2.xml.rels><?xml version="1.0" encoding="UTF-8" standalone="yes"?>

<Relationships  xmlns="http://schemas.openxmlformats.org/package/2006/relationships">
<Relationship Id="rId2" Type="http://schemas.openxmlformats.org/officeDocument/2006/relationships/slide" Target="../slides/slide4.xml"/>
<Relationship Id="rId1" Type="http://schemas.openxmlformats.org/officeDocument/2006/relationships/notesMaster" Target="../notesMasters/notesMaster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BCC50-AFD3-7D30-1E79-137534D3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Slide Image Placeholder 1">
            <a:extLst>
              <a:ext uri="{FF2B5EF4-FFF2-40B4-BE49-F238E27FC236}">
                <a16:creationId xmlns:a16="http://schemas.microsoft.com/office/drawing/2014/main" id="{DB3D0C2A-6DC7-2185-E834-F43925828E9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9811" name="Notes Placeholder 2">
            <a:extLst>
              <a:ext uri="{FF2B5EF4-FFF2-40B4-BE49-F238E27FC236}">
                <a16:creationId xmlns:a16="http://schemas.microsoft.com/office/drawing/2014/main" id="{87B86351-C11A-4A3D-56A0-EE6FA89339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  <p:sp>
        <p:nvSpPr>
          <p:cNvPr id="119812" name="Slide Number Placeholder 3">
            <a:extLst>
              <a:ext uri="{FF2B5EF4-FFF2-40B4-BE49-F238E27FC236}">
                <a16:creationId xmlns:a16="http://schemas.microsoft.com/office/drawing/2014/main" id="{BA6CB3D1-4CC3-C5DC-2E6B-5E4A984D2E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2518063F-41F1-4F1E-BB95-7C219CB0C674}" type="slidenum">
              <a:rPr lang="en-US" altLang="en-US" sz="1200"/>
              <a:pPr eaLnBrk="1" hangingPunct="1"/>
              <a:t>3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3934392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C118-4DC8-2022-62FE-66E80A51B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Slide Image Placeholder 1">
            <a:extLst>
              <a:ext uri="{FF2B5EF4-FFF2-40B4-BE49-F238E27FC236}">
                <a16:creationId xmlns:a16="http://schemas.microsoft.com/office/drawing/2014/main" id="{0064928D-C517-5DA0-9CA5-8DE6CAB8980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5411" name="Notes Placeholder 2">
            <a:extLst>
              <a:ext uri="{FF2B5EF4-FFF2-40B4-BE49-F238E27FC236}">
                <a16:creationId xmlns:a16="http://schemas.microsoft.com/office/drawing/2014/main" id="{E5DE981B-094A-5328-3DD7-6BF8B5A025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  <p:sp>
        <p:nvSpPr>
          <p:cNvPr id="145412" name="Slide Number Placeholder 3">
            <a:extLst>
              <a:ext uri="{FF2B5EF4-FFF2-40B4-BE49-F238E27FC236}">
                <a16:creationId xmlns:a16="http://schemas.microsoft.com/office/drawing/2014/main" id="{0F8B414B-6E89-08CB-E487-54A98CD13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9096FE29-398B-408D-B001-6A099689385E}" type="slidenum">
              <a:rPr lang="en-US" altLang="en-US" sz="1200"/>
              <a:pPr eaLnBrk="1" hangingPunct="1"/>
              <a:t>4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2544842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871B-CFCB-B628-812C-3D006E3C53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0A4B98-E8DA-4910-BAF7-A5870AAA6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4E9E6-AA07-444C-6A49-A5A7211D92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fld id="{84EA1814-8A2B-4957-BA3C-5683B76AF52A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CA3844-10CC-AD7A-5B1E-D9748AF32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B1029-2428-4E9E-DCD2-1558F23E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fld id="{8EA16161-6B90-4059-9A28-7E3D2E276C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67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C17B2-F21E-60EB-44DA-6CBD8812AE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3200" y="2857500"/>
            <a:ext cx="11785600" cy="114300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 dirty="0"/>
              <a:t>Click to edit Master spacer</a:t>
            </a:r>
          </a:p>
        </p:txBody>
      </p:sp>
    </p:spTree>
    <p:extLst>
      <p:ext uri="{BB962C8B-B14F-4D97-AF65-F5344CB8AC3E}">
        <p14:creationId xmlns:p14="http://schemas.microsoft.com/office/powerpoint/2010/main" val="2544804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6328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0" indent="0">
              <a:defRPr>
                <a:solidFill>
                  <a:srgbClr val="0070C0"/>
                </a:solidFill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Click to edit Master text styles that spill onto the next line</a:t>
            </a:r>
          </a:p>
          <a:p>
            <a:pPr lvl="1"/>
            <a:r>
              <a:rPr lang="en-US" dirty="0"/>
              <a:t>Second level </a:t>
            </a:r>
            <a:r>
              <a:rPr lang="en-US"/>
              <a:t>that also correctly </a:t>
            </a:r>
            <a:r>
              <a:rPr lang="en-US" dirty="0"/>
              <a:t>spills onto the next line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7499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1447800"/>
            <a:ext cx="5080000" cy="5105400"/>
          </a:xfrm>
        </p:spPr>
        <p:txBody>
          <a:bodyPr/>
          <a:lstStyle>
            <a:lvl1pPr marL="0" indent="0">
              <a:defRPr sz="3200">
                <a:solidFill>
                  <a:srgbClr val="0070C0"/>
                </a:solidFill>
              </a:defRPr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080000" cy="5105400"/>
          </a:xfrm>
        </p:spPr>
        <p:txBody>
          <a:bodyPr/>
          <a:lstStyle>
            <a:lvl1pPr marL="0" indent="0">
              <a:defRPr sz="3200">
                <a:solidFill>
                  <a:srgbClr val="0070C0"/>
                </a:solidFill>
              </a:defRPr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5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09B92-B8FB-EE92-E645-3C6885531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92789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749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76200"/>
            <a:ext cx="11785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447800"/>
            <a:ext cx="103632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24" r:id="rId1"/>
    <p:sldLayoutId id="2147484326" r:id="rId2"/>
    <p:sldLayoutId id="2147484302" r:id="rId3"/>
    <p:sldLayoutId id="2147484303" r:id="rId4"/>
    <p:sldLayoutId id="2147484305" r:id="rId5"/>
    <p:sldLayoutId id="2147484309" r:id="rId6"/>
    <p:sldLayoutId id="2147484308" r:id="rId7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143C82"/>
          </a:solidFill>
          <a:effectLst/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3600" b="1">
          <a:solidFill>
            <a:srgbClr val="143C8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3200" b="1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 b="1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576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Yahoo_template">
  <a:themeElements>
    <a:clrScheme name="Yahoo_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Yahoo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Yahoo_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Yahoo_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cf7ff65a-ced6-400c-9856-fcac58ff39e8}" enabled="0" method="" siteId="{cf7ff65a-ced6-400c-9856-fcac58ff39e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19082</TotalTime>
  <Words>166</Words>
  <Application>Microsoft Office PowerPoint</Application>
  <PresentationFormat>Widescreen</PresentationFormat>
  <Paragraphs>27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Times New Roman</vt:lpstr>
      <vt:lpstr>Yahoo_template</vt:lpstr>
      <vt:lpstr>Title Slide</vt:lpstr>
      <vt:lpstr>Typical Word Slide</vt:lpstr>
      <vt:lpstr>Easy Listening</vt:lpstr>
      <vt:lpstr>Problem Colors</vt:lpstr>
      <vt:lpstr>Title for Figure (center on figure) 48 pt</vt:lpstr>
      <vt:lpstr>PowerPoint Presentation</vt:lpstr>
      <vt:lpstr>Chapter Head</vt:lpstr>
      <vt:lpstr>Parked Slides</vt:lpstr>
    </vt:vector>
  </TitlesOfParts>
  <Company>Cleveland Clinic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Making Great Presentations</dc:title>
  <dc:creator>BLACKSE</dc:creator>
  <cp:lastModifiedBy>ehrlinj</cp:lastModifiedBy>
  <cp:revision>83</cp:revision>
  <dcterms:created xsi:type="dcterms:W3CDTF">2008-07-10T23:16:59Z</dcterms:created>
  <dcterms:modified xsi:type="dcterms:W3CDTF">2026-09-28T10:25:59Z</dcterms:modified>
</cp:coreProperties>
</file>